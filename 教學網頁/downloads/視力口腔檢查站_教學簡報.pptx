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康軒版 健體 五上 第 2 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6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視力口腔檢查站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檢查 → 發現 → 行動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069080"/>
            <a:ext cx="2194560" cy="635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4526280"/>
            <a:ext cx="2340864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26864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Da-Ⅲ-3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4526280"/>
            <a:ext cx="175564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4626864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3 節課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4526280"/>
            <a:ext cx="14630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46268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五年級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五年級上學期｜3 節 120 分鐘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今天要逛三個站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這一課，我們當自己的檢查員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視力站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看不清楚，是誰的事？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口腔站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牙齒的秘密任務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行動站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把知道變成做到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為什麼要檢查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沒有感覺，不代表沒有問題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近視初期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看遠模糊，自己會用力撐住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齲齒初期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牙齒不痛，洞已經在裡面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檢查的價值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在還能輕鬆處理的時候發現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健康檢查流程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檢查站怎麼走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918411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70048"/>
            <a:ext cx="14063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140634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報到核對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9115" y="2468880"/>
            <a:ext cx="1918411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5147" y="2670048"/>
            <a:ext cx="14063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147" y="3072384"/>
            <a:ext cx="140634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視力檢查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5270" y="2468880"/>
            <a:ext cx="1918411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1302" y="2670048"/>
            <a:ext cx="14063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1302" y="3072384"/>
            <a:ext cx="140634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口腔檢查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1425" y="2468880"/>
            <a:ext cx="1918411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7457" y="2670048"/>
            <a:ext cx="14063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7457" y="3072384"/>
            <a:ext cx="140634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身高體重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7580" y="2468880"/>
            <a:ext cx="1918411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2670048"/>
            <a:ext cx="14063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3612" y="3072384"/>
            <a:ext cx="140634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結果與通知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拿到紀錄卡後，要看的是「哪裡被畫了圈」，不是只看有沒有蓋章。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視力表上的數字在說什麼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一般視力標準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學校篩檢的複檢線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0.5 以下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明顯需要進一步檢查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視力值是「篩檢」，不是「診斷」。它只告訴我們：該不該去眼科確認。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為什麼不能偷看、不能兩眼一起看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一眼一眼測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才能看出兩眼差多少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偷看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結果失真，等於白做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紀錄卡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是給家長和醫師看的資訊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眼睛怎麼看遠又看近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水晶體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像可調節的鏡片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睫狀肌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拉緊放鬆來改變焦距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看近太久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睫狀肌一直收縮 → 疲勞、痠澀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近視是怎麼發生的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眼軸變長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遠方影像落在視網膜前面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看遠模糊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看近還清楚，所以常被忽略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不會自己好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只能減緩，不能逆轉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三個最常見的兇手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時間太長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連續近距離用眼超過 30 分鐘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距離太近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少於 30 公分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光線不對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太暗、太亮、背光或躺著看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3010：最簡單的護眼規則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543032" cy="214884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10543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61188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用眼 30 分鐘，休息 10 分鐘。休息時看 6 公尺以外的遠方，不是換成看手機。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視力站 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戶外 120 分鐘，為什麼有效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強光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刺激視網膜分泌多巴胺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多巴胺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減緩眼軸變長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陰天也算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戶外光照仍遠強於室內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牙齒不是只有一層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琺瑯質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最外層，身體最硬的組織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象牙質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中間層，有神經末梢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最內層，有神經與血管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蛀牙需要四個條件同時成立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8154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4186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4186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牙菌斑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80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80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8542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4574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拿掉任何一個，蛀牙就難發生。刷牙拿掉牙菌斑，少吃糖、縮短時間，都是同一件事。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糖的陷阱：次數比總量更關鍵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一次喝完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牙齒泡在糖水裡 10 分鐘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分次慢慢喝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一整個上午都在產酸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黏牙的甜食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停留時間更長，風險更高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貝氏刷牙法：45 度是關鍵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刷毛 45–60 度朝向牙齦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8154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4186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4186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兩顆兩顆小幅度震動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80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80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內側、外側、咬合面都要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8542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4574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至少 2 分鐘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牙菌斑最愛躲在牙齒和牙齦交界的那條溝，45 度就是為了刷到它。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牙線：牙刷到不了的地方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清得到外側、內側、咬合面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牙縫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刷毛進不去，只能靠牙線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漱口水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只能輔助，不能取代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口腔站 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含氟與半年檢查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含氟牙膏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1000ppm 以上，強化琺瑯質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每半年檢查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小洞就補起來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乳牙也要顧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蛀太深會傷到下面的恆牙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行動站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把知道變成做到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檢核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我現在做到幾項？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選擇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先改一項最容易的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記錄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兩週，每天打一個勾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行動站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我的保健行動方案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選一個目標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8154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4186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4186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寫下做到的方法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80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80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每天記錄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8542" y="2468880"/>
            <a:ext cx="245745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4574" y="2670048"/>
            <a:ext cx="1945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4574" y="3072384"/>
            <a:ext cx="194538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兩週後檢討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目標要小到做得到：例如「下課一定離開教室看遠方 10 分鐘」。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行動站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檢查站闖關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1 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視力：3010 與 0.8 複檢線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2 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口腔：貝氏刷牙與牙線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3192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377440"/>
            <a:ext cx="457200" cy="45720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4597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971800"/>
            <a:ext cx="27340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第 3 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3547872"/>
            <a:ext cx="27340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情境題：你會怎麼做？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帶走一句話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5544A"/>
                </a:solidFill>
                <a:latin typeface="微軟正黑體"/>
                <a:ea typeface="微軟正黑體"/>
                <a:cs typeface="微軟正黑體"/>
              </a:rPr>
              <a:t>今天檢查，是為了明天不用後悔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960120" cy="50800"/>
          </a:xfrm>
          <a:prstGeom prst="rect">
            <a:avLst/>
          </a:prstGeom>
          <a:solidFill>
            <a:srgbClr val="C0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543032" cy="2148840"/>
          </a:xfrm>
          <a:prstGeom prst="roundRect">
            <a:avLst>
              <a:gd name="adj" fmla="val 6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105430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C06A2B"/>
                </a:solidFill>
                <a:latin typeface="微軟正黑體"/>
                <a:ea typeface="微軟正黑體"/>
                <a:cs typeface="微軟正黑體"/>
              </a:rPr>
              <a:t>檢查 → 發現 → 行動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61188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>
                <a:solidFill>
                  <a:srgbClr val="6B7B72"/>
                </a:solidFill>
                <a:latin typeface="微軟正黑體"/>
                <a:ea typeface="微軟正黑體"/>
                <a:cs typeface="微軟正黑體"/>
              </a:rPr>
              <a:t>回家任務：完成學習單，並和家長一起看一次自己的健康檢查紀錄卡。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康軒版 健康與體育 五年級上學期｜視力口腔檢查站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276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9AA69F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